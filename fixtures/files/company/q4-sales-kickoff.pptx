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2026 sales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Kickoff on 13 October 2026</a:t>
            </a:r>
          </a:p>
          <a:p>
            <a:r>
              <a:t>Owner: Jack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 EUR 29.1 million at the end of Q3</a:t>
            </a:r>
          </a:p>
          <a:p>
            <a:r>
              <a:t>38 new customers in Q3, 412 in total</a:t>
            </a:r>
          </a:p>
          <a:p>
            <a:r>
              <a:t>Net revenue retention 109 percent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ARR EUR 2.4 million</a:t>
            </a:r>
          </a:p>
          <a:p>
            <a:r>
              <a:t>45 new customers</a:t>
            </a:r>
          </a:p>
          <a:p>
            <a:r>
              <a:t>6 Enterprise deals</a:t>
            </a:r>
          </a:p>
          <a:p>
            <a:r>
              <a:t>Pipeline coverage at least 3 times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Phoenix launch messaging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beta of the new portal on 16 November 2026</a:t>
            </a:r>
          </a:p>
          <a:p>
            <a:r>
              <a:t>Faster pages, accessible design, simpler invoices</a:t>
            </a:r>
          </a:p>
          <a:p>
            <a:r>
              <a:t>Do not promise dark mode before general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Starter EUR 49, Business EUR 89, Enterprise from EUR 139 per user per month</a:t>
            </a:r>
          </a:p>
          <a:p>
            <a:r>
              <a:t>Annual billing is 10 percent below monthly list price</a:t>
            </a:r>
          </a:p>
          <a:p>
            <a:r>
              <a:t>Pulse add-on EUR 29 per user per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 to 5 percent: sales representative</a:t>
            </a:r>
          </a:p>
          <a:p>
            <a:r>
              <a:t>Up to 10 percent: sales lead</a:t>
            </a:r>
          </a:p>
          <a:p>
            <a:r>
              <a:t>Up to 25 percent: Finance Director and CEO</a:t>
            </a:r>
          </a:p>
          <a:p>
            <a:r>
              <a:t>Never above 25 percent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 pipeline review on Mondays at 11:00</a:t>
            </a:r>
          </a:p>
          <a:p>
            <a:r>
              <a:t>Pricing call on Wednesdays at 11:00</a:t>
            </a:r>
          </a:p>
          <a:p>
            <a:r>
              <a:t>Quarter closes on 31 December 2026</a:t>
            </a:r>
          </a:p>
          <a:p>
            <a:r>
              <a:t>Next quarterly business review on 14 January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2026 sales kickoff</dc:title>
  <dc:subject/>
  <dc:creator>Contoso Software (mock fixture)</dc:creator>
  <cp:keywords/>
  <dc:description>generated using python-pptx</dc:description>
  <cp:lastModifiedBy>Contoso Software (mock fixture)</cp:lastModifiedBy>
  <cp:revision>1</cp:revision>
  <dcterms:created xsi:type="dcterms:W3CDTF">2026-01-15T09:00:00Z</dcterms:created>
  <dcterms:modified xsi:type="dcterms:W3CDTF">2026-01-15T09:00:00Z</dcterms:modified>
  <cp:category/>
</cp:coreProperties>
</file>